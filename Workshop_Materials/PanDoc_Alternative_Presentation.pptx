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Analysis &amp; Interview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Interviews (Eric Ho)</a:t>
            </a:r>
          </a:p>
          <a:p>
            <a:pPr/>
            <a:r>
              <a:t>Status: 30-second strategic analysis complete.</a:t>
            </a:r>
          </a:p>
          <a:p>
            <a:pPr lvl="1"/>
            <a:r>
              <a:t>Key Findings:</a:t>
            </a:r>
          </a:p>
          <a:p>
            <a:pPr lvl="2"/>
            <a:r>
              <a:t>Match: 90% Azure/AWS technical requirements.</a:t>
            </a:r>
          </a:p>
          <a:p>
            <a:pPr lvl="2"/>
            <a:r>
              <a:t>Gap: GovZTA (Government Zero Trust Architecture) missing.</a:t>
            </a:r>
          </a:p>
          <a:p>
            <a:pPr lvl="1"/>
            <a:r>
              <a:t>Strategic Question:</a:t>
            </a:r>
          </a:p>
          <a:p>
            <a:pPr lvl="2"/>
            <a:r>
              <a:t>'Explain how you would implement Zero Trust principles in a highly regulated environment.'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
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Gap Analysis &amp; Interview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8BDF8"/>
                </a:solidFill>
              </a:defRPr>
            </a:pPr>
            <a:r>
              <a:t>💪 Strongest Matches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90% technical match for Azure/AWS migrations.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Deep enterprise assessment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EF4444"/>
                </a:solidFill>
              </a:defRPr>
            </a:pPr>
            <a:r>
              <a:t>⚠️ Identified Gaps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No mention of GovZTA (Zero Trust Architecture).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Missing specific Singapore Govt compliance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38BDF8"/>
                </a:solidFill>
              </a:defRPr>
            </a:pPr>
            <a:r>
              <a:t>🎯 Recommended Killer Question: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"Explain how you would implement Zero Trust principles in a highly regulated government environment vs. a standard enterprise deployment."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